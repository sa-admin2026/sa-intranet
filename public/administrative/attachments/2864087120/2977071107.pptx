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7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60F0-E3E6-194E-7499-587E426C8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B1D6F-F4B0-BFBE-1C97-807B679FE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EC78-8FE5-8305-8E4F-2E26A3D4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5EF46-91A6-5AFB-58FE-DA046E3E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B2560-0FA7-2F2C-C76C-29382B54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5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6BDD-FA80-31A3-CA11-57F6AB77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DABB6-BDCB-B2E2-0F87-D60BB882D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99998-FF47-2416-2F5B-1E428216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2D729-936B-8FD9-D961-1227D7B5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F8B95-F8C3-AD9C-4876-C787113F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9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7855-E672-EC74-4B49-10DAAA9E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3EC24-3E3B-5206-26D8-3C5091E0F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18D08-49DC-FB67-22E0-3A1A475C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AAEEF-E6A2-BE83-DD71-26D08AC0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BDDF4-6DAB-9715-C1C0-4ECC8DAA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0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0B75-64D6-B437-99C4-6915C6B7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8485-5A26-947B-C7CE-A3C30D866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923FF-672E-8E1B-6F76-F4ADE47B6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9D575-00D3-C419-D432-8B021157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630CC-0685-546B-DD3D-E802908EA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F8709-4F3F-4A6E-0532-62AA3F914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6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9918-C3D9-0B98-2D3B-111C1383B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A5B8A-9062-3E1D-E301-B67D3950C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4E0E0-B516-EE64-3BD2-F6437B54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3DC610-5E6D-404F-5437-B82296D0F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7E137-2914-4871-DDE5-06E10FD7C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D0B9C-E8B2-AF7B-3CE1-3AB86F6E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7FE8C-5226-1F6F-36D7-704ECDC1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CE5D7-A395-F60D-DD89-62C4B5B7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3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63AC-A4E3-0C3D-80C1-167BC828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9D3F1-49D6-1AB3-202B-430F89C7A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5130F-056D-48CF-3F48-2598E790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BDFE6-504B-81C8-11B2-CF9F8CAA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3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6F142-2B88-E4A5-90FD-2447B178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90FC6-67EC-5B96-2FCF-2791FC16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C59D8-FF22-71AF-88ED-75D54B9F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8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B9E1D-8EEF-3F05-F6D2-2A0ED735A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2C42-5A61-4F0F-FFF6-C602D1DF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BE914-CDC2-11D1-4A7C-AFE294578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81BAC-BB48-88A2-DEF2-BA461408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CDCFF-369F-D673-83B1-DFDDD7AB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01072-59E3-6AC6-4F6A-4A4DFC28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1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22B3-D3AF-5BA6-F729-E0019BB7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9C09D-FE87-5516-0334-8DB177234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A5D80-4F1C-8AC3-961D-1A6907F6A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E2122-37C2-54A7-0BE6-03DD9D42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C3736-CC17-3BD1-978B-BC044A9A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45D8D-441A-9045-E428-7A423013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1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8593-7C1F-FD64-DAA4-5B74AB96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354E8-CC7B-96CA-3A54-16450006A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AF7A-3577-2039-9B94-F5625212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D615-F3A9-E1AC-68B4-E540945C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E6CB-2770-9AA3-B8EC-4C3C2751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25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EA86B-A5CB-402E-D62A-992258743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9F4A5-5B06-1A08-AA98-A7D61A3B6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581B9-E55E-C7A8-D0A0-C1A46644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EDA90-2525-F8EC-0E05-C8164E7F1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677AC-2724-F5DB-B0DE-BE6776B6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7BF1F-2E96-0786-BD43-40C3BC792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7B401-7614-ED33-BA13-8AC7FEEDE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AA8BB-67C1-EABB-543A-95415D263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609D4-5345-3943-B334-C4E91F6287C3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0A077-65DD-DD9F-510E-F8297D92A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57DE9-88BB-1602-F547-3BEBDB199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02892-2296-FC4B-885D-18B0E7206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2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staging.semanticart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CCE7-7962-9081-688A-0BF4474D83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Spark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AD346-E00A-90AC-CD69-289224C23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Omatic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Building out their product</a:t>
            </a:r>
          </a:p>
        </p:txBody>
      </p:sp>
    </p:spTree>
    <p:extLst>
      <p:ext uri="{BB962C8B-B14F-4D97-AF65-F5344CB8AC3E}">
        <p14:creationId xmlns:p14="http://schemas.microsoft.com/office/powerpoint/2010/main" val="59114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F821-05BB-E883-7C42-9CD25F74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SegmentOmatic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E3C8-F822-F7BC-2DAF-E4E243A81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SegmentOmatic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being discontinued at some point of 2025, due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BlackBaud’s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CRM management becoming cloud-based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Problem: They wanted to solve there discontinuing project with Spark, since they were already converting their data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UI would be used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BlackBaud’s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new cloud-based website for their customers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47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36CBC-53EC-864A-46E7-D55925B7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Spark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62A40-37E3-EDF2-1FDE-7A58B0E6C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 UI that had the same functionality, but more modern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pro’s from using the Spark Application is: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 of the box API use w/ RDF databases (easy JavaScript CRUD operations)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RDF-based forms to edit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SPARQL query-based viewing of the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Plug and play UI pieces (custom and built-in)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con’s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use DCA Arch (lock-in with back-end)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out of the box solution for their specific problem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8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B9ED-E9E0-F21A-7173-62D15409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Quick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CFE3D-56FC-7BDF-4813-983A0895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10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F9FD-0B3D-2419-B636-5FFAF295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Component Arch - Spark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3254-E471-F549-DCBB-13C4AE8BF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4306824"/>
          </a:xfrm>
        </p:spPr>
        <p:txBody>
          <a:bodyPr>
            <a:normAutofit/>
          </a:bodyPr>
          <a:lstStyle/>
          <a:p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ToL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simple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example of viewing/editing data with our platform</a:t>
            </a:r>
          </a:p>
          <a:p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Omatic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example of viewing/editing data with our platform</a:t>
            </a:r>
          </a:p>
          <a:p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SemArts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Toggl a complex example of viewing data + another custom component shown within it</a:t>
            </a:r>
          </a:p>
          <a:p>
            <a:pPr lvl="1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Double whammy</a:t>
            </a: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Check it out @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https://www.staging.semanticarts.com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and you should be able to find the Toggl page in the ME page (at the bottom)</a:t>
            </a: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Future things (staff planning, multi-view containing pages, …)</a:t>
            </a: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omputer screen with many different icons&#10;&#10;Description automatically generated with medium confidence">
            <a:extLst>
              <a:ext uri="{FF2B5EF4-FFF2-40B4-BE49-F238E27FC236}">
                <a16:creationId xmlns:a16="http://schemas.microsoft.com/office/drawing/2014/main" id="{1BA97BEA-C22D-0D1A-1407-23EAA4ADF0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2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21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233</Words>
  <Application>Microsoft Macintosh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Spark Implementation</vt:lpstr>
      <vt:lpstr>SegmentOmatic - Background</vt:lpstr>
      <vt:lpstr>Spark Segmentation</vt:lpstr>
      <vt:lpstr>Quick Demo</vt:lpstr>
      <vt:lpstr>Component Arch - Spark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Eddie Thomas</dc:creator>
  <cp:lastModifiedBy>Eddie Thomas</cp:lastModifiedBy>
  <cp:revision>1</cp:revision>
  <dcterms:created xsi:type="dcterms:W3CDTF">2025-04-28T19:34:17Z</dcterms:created>
  <dcterms:modified xsi:type="dcterms:W3CDTF">2025-04-29T16:28:57Z</dcterms:modified>
</cp:coreProperties>
</file>