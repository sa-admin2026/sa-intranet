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37" r:id="rId2"/>
    <p:sldId id="403" r:id="rId3"/>
    <p:sldId id="364" r:id="rId4"/>
    <p:sldId id="342" r:id="rId5"/>
    <p:sldId id="370" r:id="rId6"/>
    <p:sldId id="433" r:id="rId7"/>
    <p:sldId id="423" r:id="rId8"/>
    <p:sldId id="424" r:id="rId9"/>
    <p:sldId id="425" r:id="rId10"/>
    <p:sldId id="409" r:id="rId11"/>
    <p:sldId id="422" r:id="rId12"/>
    <p:sldId id="268" r:id="rId13"/>
    <p:sldId id="410" r:id="rId14"/>
    <p:sldId id="426" r:id="rId15"/>
    <p:sldId id="347" r:id="rId16"/>
    <p:sldId id="412" r:id="rId17"/>
    <p:sldId id="430" r:id="rId18"/>
    <p:sldId id="431" r:id="rId19"/>
    <p:sldId id="432" r:id="rId20"/>
    <p:sldId id="383" r:id="rId21"/>
    <p:sldId id="359" r:id="rId22"/>
    <p:sldId id="360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06665-A955-4DAF-85FF-04628412AF4F}" v="20" dt="2025-04-30T15:33:04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6" autoAdjust="0"/>
    <p:restoredTop sz="96054"/>
  </p:normalViewPr>
  <p:slideViewPr>
    <p:cSldViewPr snapToGrid="0" snapToObjects="1">
      <p:cViewPr varScale="1">
        <p:scale>
          <a:sx n="87" d="100"/>
          <a:sy n="87" d="100"/>
        </p:scale>
        <p:origin x="48" y="17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T Metcalf" userId="da3c8453-b9dd-4e1c-ba86-5026f9a41586" providerId="ADAL" clId="{1CB06665-A955-4DAF-85FF-04628412AF4F}"/>
    <pc:docChg chg="addSld delSld modSld sldOrd">
      <pc:chgData name="JT Metcalf" userId="da3c8453-b9dd-4e1c-ba86-5026f9a41586" providerId="ADAL" clId="{1CB06665-A955-4DAF-85FF-04628412AF4F}" dt="2025-04-30T19:39:37.947" v="51" actId="20577"/>
      <pc:docMkLst>
        <pc:docMk/>
      </pc:docMkLst>
      <pc:sldChg chg="delSp modSp mod">
        <pc:chgData name="JT Metcalf" userId="da3c8453-b9dd-4e1c-ba86-5026f9a41586" providerId="ADAL" clId="{1CB06665-A955-4DAF-85FF-04628412AF4F}" dt="2025-04-28T20:55:45.713" v="32" actId="1076"/>
        <pc:sldMkLst>
          <pc:docMk/>
          <pc:sldMk cId="0" sldId="337"/>
        </pc:sldMkLst>
        <pc:picChg chg="mod">
          <ac:chgData name="JT Metcalf" userId="da3c8453-b9dd-4e1c-ba86-5026f9a41586" providerId="ADAL" clId="{1CB06665-A955-4DAF-85FF-04628412AF4F}" dt="2025-04-28T20:55:45.713" v="32" actId="1076"/>
          <ac:picMkLst>
            <pc:docMk/>
            <pc:sldMk cId="0" sldId="337"/>
            <ac:picMk id="3" creationId="{2B24A37C-D799-27FD-11BF-DF7AD428BFB7}"/>
          </ac:picMkLst>
        </pc:picChg>
      </pc:sldChg>
      <pc:sldChg chg="addSp modSp mod">
        <pc:chgData name="JT Metcalf" userId="da3c8453-b9dd-4e1c-ba86-5026f9a41586" providerId="ADAL" clId="{1CB06665-A955-4DAF-85FF-04628412AF4F}" dt="2025-04-30T15:32:09.734" v="37" actId="1038"/>
        <pc:sldMkLst>
          <pc:docMk/>
          <pc:sldMk cId="0" sldId="342"/>
        </pc:sldMkLst>
        <pc:spChg chg="mod">
          <ac:chgData name="JT Metcalf" userId="da3c8453-b9dd-4e1c-ba86-5026f9a41586" providerId="ADAL" clId="{1CB06665-A955-4DAF-85FF-04628412AF4F}" dt="2025-04-30T15:31:47.793" v="34" actId="1076"/>
          <ac:spMkLst>
            <pc:docMk/>
            <pc:sldMk cId="0" sldId="342"/>
            <ac:spMk id="9218" creationId="{BDE5CC8C-DB1F-9EBF-09DA-17AAF417660E}"/>
          </ac:spMkLst>
        </pc:spChg>
        <pc:grpChg chg="mod">
          <ac:chgData name="JT Metcalf" userId="da3c8453-b9dd-4e1c-ba86-5026f9a41586" providerId="ADAL" clId="{1CB06665-A955-4DAF-85FF-04628412AF4F}" dt="2025-04-28T20:53:50.196" v="29" actId="1076"/>
          <ac:grpSpMkLst>
            <pc:docMk/>
            <pc:sldMk cId="0" sldId="342"/>
            <ac:grpSpMk id="9217" creationId="{6D17171F-FC1E-93B1-67D8-CA2877A8226A}"/>
          </ac:grpSpMkLst>
        </pc:grpChg>
        <pc:picChg chg="add mod modCrop">
          <ac:chgData name="JT Metcalf" userId="da3c8453-b9dd-4e1c-ba86-5026f9a41586" providerId="ADAL" clId="{1CB06665-A955-4DAF-85FF-04628412AF4F}" dt="2025-04-30T15:32:09.734" v="37" actId="1038"/>
          <ac:picMkLst>
            <pc:docMk/>
            <pc:sldMk cId="0" sldId="342"/>
            <ac:picMk id="3" creationId="{CF239D74-759C-2BCB-2050-6F872C17F5B3}"/>
          </ac:picMkLst>
        </pc:picChg>
        <pc:picChg chg="mod">
          <ac:chgData name="JT Metcalf" userId="da3c8453-b9dd-4e1c-ba86-5026f9a41586" providerId="ADAL" clId="{1CB06665-A955-4DAF-85FF-04628412AF4F}" dt="2025-04-30T15:31:47.793" v="34" actId="1076"/>
          <ac:picMkLst>
            <pc:docMk/>
            <pc:sldMk cId="0" sldId="342"/>
            <ac:picMk id="9221" creationId="{8CE507E2-3463-04B6-38D1-11AFA0F3BCC5}"/>
          </ac:picMkLst>
        </pc:picChg>
        <pc:picChg chg="mod">
          <ac:chgData name="JT Metcalf" userId="da3c8453-b9dd-4e1c-ba86-5026f9a41586" providerId="ADAL" clId="{1CB06665-A955-4DAF-85FF-04628412AF4F}" dt="2025-04-30T15:31:47.793" v="34" actId="1076"/>
          <ac:picMkLst>
            <pc:docMk/>
            <pc:sldMk cId="0" sldId="342"/>
            <ac:picMk id="9222" creationId="{3D78A0BF-EC06-6FF0-3E26-329B1CACEF26}"/>
          </ac:picMkLst>
        </pc:picChg>
        <pc:picChg chg="mod">
          <ac:chgData name="JT Metcalf" userId="da3c8453-b9dd-4e1c-ba86-5026f9a41586" providerId="ADAL" clId="{1CB06665-A955-4DAF-85FF-04628412AF4F}" dt="2025-04-28T20:53:50.196" v="29" actId="1076"/>
          <ac:picMkLst>
            <pc:docMk/>
            <pc:sldMk cId="0" sldId="342"/>
            <ac:picMk id="9223" creationId="{E4EABAF1-FDAB-F080-1C83-8E3819A2527A}"/>
          </ac:picMkLst>
        </pc:picChg>
        <pc:picChg chg="mod">
          <ac:chgData name="JT Metcalf" userId="da3c8453-b9dd-4e1c-ba86-5026f9a41586" providerId="ADAL" clId="{1CB06665-A955-4DAF-85FF-04628412AF4F}" dt="2025-04-28T20:53:50.196" v="29" actId="1076"/>
          <ac:picMkLst>
            <pc:docMk/>
            <pc:sldMk cId="0" sldId="342"/>
            <ac:picMk id="9224" creationId="{1B17A34A-6481-E7BB-A19D-AE1B9241B80A}"/>
          </ac:picMkLst>
        </pc:picChg>
        <pc:picChg chg="mod">
          <ac:chgData name="JT Metcalf" userId="da3c8453-b9dd-4e1c-ba86-5026f9a41586" providerId="ADAL" clId="{1CB06665-A955-4DAF-85FF-04628412AF4F}" dt="2025-04-28T20:53:50.196" v="29" actId="1076"/>
          <ac:picMkLst>
            <pc:docMk/>
            <pc:sldMk cId="0" sldId="342"/>
            <ac:picMk id="9225" creationId="{3F749622-50F3-1518-AA9C-B4DCE222F039}"/>
          </ac:picMkLst>
        </pc:picChg>
        <pc:picChg chg="mod">
          <ac:chgData name="JT Metcalf" userId="da3c8453-b9dd-4e1c-ba86-5026f9a41586" providerId="ADAL" clId="{1CB06665-A955-4DAF-85FF-04628412AF4F}" dt="2025-04-28T20:53:50.196" v="29" actId="1076"/>
          <ac:picMkLst>
            <pc:docMk/>
            <pc:sldMk cId="0" sldId="342"/>
            <ac:picMk id="9226" creationId="{76E76E8A-5C8B-8CD6-1837-B494243D1445}"/>
          </ac:picMkLst>
        </pc:picChg>
        <pc:picChg chg="mod">
          <ac:chgData name="JT Metcalf" userId="da3c8453-b9dd-4e1c-ba86-5026f9a41586" providerId="ADAL" clId="{1CB06665-A955-4DAF-85FF-04628412AF4F}" dt="2025-04-28T20:53:50.196" v="29" actId="1076"/>
          <ac:picMkLst>
            <pc:docMk/>
            <pc:sldMk cId="0" sldId="342"/>
            <ac:picMk id="9227" creationId="{C8A4B793-88AD-D6B5-840C-E05B0147520C}"/>
          </ac:picMkLst>
        </pc:picChg>
      </pc:sldChg>
      <pc:sldChg chg="modSp del mod">
        <pc:chgData name="JT Metcalf" userId="da3c8453-b9dd-4e1c-ba86-5026f9a41586" providerId="ADAL" clId="{1CB06665-A955-4DAF-85FF-04628412AF4F}" dt="2025-04-30T15:32:51.626" v="44" actId="2696"/>
        <pc:sldMkLst>
          <pc:docMk/>
          <pc:sldMk cId="0" sldId="401"/>
        </pc:sldMkLst>
        <pc:spChg chg="mod">
          <ac:chgData name="JT Metcalf" userId="da3c8453-b9dd-4e1c-ba86-5026f9a41586" providerId="ADAL" clId="{1CB06665-A955-4DAF-85FF-04628412AF4F}" dt="2025-04-30T15:32:46.056" v="43" actId="20577"/>
          <ac:spMkLst>
            <pc:docMk/>
            <pc:sldMk cId="0" sldId="401"/>
            <ac:spMk id="18435" creationId="{A4880238-0CD7-5683-FA29-9D4794F438DB}"/>
          </ac:spMkLst>
        </pc:spChg>
      </pc:sldChg>
      <pc:sldChg chg="delSp modSp mod">
        <pc:chgData name="JT Metcalf" userId="da3c8453-b9dd-4e1c-ba86-5026f9a41586" providerId="ADAL" clId="{1CB06665-A955-4DAF-85FF-04628412AF4F}" dt="2025-04-30T15:33:11.394" v="47" actId="20577"/>
        <pc:sldMkLst>
          <pc:docMk/>
          <pc:sldMk cId="0" sldId="412"/>
        </pc:sldMkLst>
        <pc:spChg chg="del">
          <ac:chgData name="JT Metcalf" userId="da3c8453-b9dd-4e1c-ba86-5026f9a41586" providerId="ADAL" clId="{1CB06665-A955-4DAF-85FF-04628412AF4F}" dt="2025-04-30T15:33:04.319" v="45" actId="478"/>
          <ac:spMkLst>
            <pc:docMk/>
            <pc:sldMk cId="0" sldId="412"/>
            <ac:spMk id="22529" creationId="{5E3418D4-10BC-97A6-010B-53290284CA7B}"/>
          </ac:spMkLst>
        </pc:spChg>
        <pc:spChg chg="mod">
          <ac:chgData name="JT Metcalf" userId="da3c8453-b9dd-4e1c-ba86-5026f9a41586" providerId="ADAL" clId="{1CB06665-A955-4DAF-85FF-04628412AF4F}" dt="2025-04-30T15:33:11.394" v="47" actId="20577"/>
          <ac:spMkLst>
            <pc:docMk/>
            <pc:sldMk cId="0" sldId="412"/>
            <ac:spMk id="22531" creationId="{C1E2C564-9D62-AE44-5C88-DBE877501438}"/>
          </ac:spMkLst>
        </pc:spChg>
      </pc:sldChg>
      <pc:sldChg chg="del">
        <pc:chgData name="JT Metcalf" userId="da3c8453-b9dd-4e1c-ba86-5026f9a41586" providerId="ADAL" clId="{1CB06665-A955-4DAF-85FF-04628412AF4F}" dt="2025-04-30T15:30:56.791" v="33" actId="2696"/>
        <pc:sldMkLst>
          <pc:docMk/>
          <pc:sldMk cId="0" sldId="415"/>
        </pc:sldMkLst>
      </pc:sldChg>
      <pc:sldChg chg="del">
        <pc:chgData name="JT Metcalf" userId="da3c8453-b9dd-4e1c-ba86-5026f9a41586" providerId="ADAL" clId="{1CB06665-A955-4DAF-85FF-04628412AF4F}" dt="2025-04-28T20:54:57.868" v="31" actId="2696"/>
        <pc:sldMkLst>
          <pc:docMk/>
          <pc:sldMk cId="0" sldId="416"/>
        </pc:sldMkLst>
      </pc:sldChg>
      <pc:sldChg chg="addSp delSp modSp mod">
        <pc:chgData name="JT Metcalf" userId="da3c8453-b9dd-4e1c-ba86-5026f9a41586" providerId="ADAL" clId="{1CB06665-A955-4DAF-85FF-04628412AF4F}" dt="2025-04-28T20:52:13.890" v="4" actId="1076"/>
        <pc:sldMkLst>
          <pc:docMk/>
          <pc:sldMk cId="0" sldId="423"/>
        </pc:sldMkLst>
        <pc:picChg chg="add mod">
          <ac:chgData name="JT Metcalf" userId="da3c8453-b9dd-4e1c-ba86-5026f9a41586" providerId="ADAL" clId="{1CB06665-A955-4DAF-85FF-04628412AF4F}" dt="2025-04-28T20:52:13.890" v="4" actId="1076"/>
          <ac:picMkLst>
            <pc:docMk/>
            <pc:sldMk cId="0" sldId="423"/>
            <ac:picMk id="4" creationId="{9A0C6415-5FCF-D177-842C-59D10B94CDA0}"/>
          </ac:picMkLst>
        </pc:picChg>
      </pc:sldChg>
      <pc:sldChg chg="del">
        <pc:chgData name="JT Metcalf" userId="da3c8453-b9dd-4e1c-ba86-5026f9a41586" providerId="ADAL" clId="{1CB06665-A955-4DAF-85FF-04628412AF4F}" dt="2025-04-28T20:31:24.929" v="0" actId="2696"/>
        <pc:sldMkLst>
          <pc:docMk/>
          <pc:sldMk cId="0" sldId="427"/>
        </pc:sldMkLst>
      </pc:sldChg>
      <pc:sldChg chg="del">
        <pc:chgData name="JT Metcalf" userId="da3c8453-b9dd-4e1c-ba86-5026f9a41586" providerId="ADAL" clId="{1CB06665-A955-4DAF-85FF-04628412AF4F}" dt="2025-04-28T20:31:24.929" v="0" actId="2696"/>
        <pc:sldMkLst>
          <pc:docMk/>
          <pc:sldMk cId="0" sldId="428"/>
        </pc:sldMkLst>
      </pc:sldChg>
      <pc:sldChg chg="del">
        <pc:chgData name="JT Metcalf" userId="da3c8453-b9dd-4e1c-ba86-5026f9a41586" providerId="ADAL" clId="{1CB06665-A955-4DAF-85FF-04628412AF4F}" dt="2025-04-28T20:31:24.929" v="0" actId="2696"/>
        <pc:sldMkLst>
          <pc:docMk/>
          <pc:sldMk cId="0" sldId="429"/>
        </pc:sldMkLst>
      </pc:sldChg>
      <pc:sldChg chg="modSp mod">
        <pc:chgData name="JT Metcalf" userId="da3c8453-b9dd-4e1c-ba86-5026f9a41586" providerId="ADAL" clId="{1CB06665-A955-4DAF-85FF-04628412AF4F}" dt="2025-04-30T19:39:37.947" v="51" actId="20577"/>
        <pc:sldMkLst>
          <pc:docMk/>
          <pc:sldMk cId="0" sldId="431"/>
        </pc:sldMkLst>
        <pc:spChg chg="mod">
          <ac:chgData name="JT Metcalf" userId="da3c8453-b9dd-4e1c-ba86-5026f9a41586" providerId="ADAL" clId="{1CB06665-A955-4DAF-85FF-04628412AF4F}" dt="2025-04-30T19:39:37.947" v="51" actId="20577"/>
          <ac:spMkLst>
            <pc:docMk/>
            <pc:sldMk cId="0" sldId="431"/>
            <ac:spMk id="27652" creationId="{3518EA73-1FA7-EB79-3825-A93F91350A3B}"/>
          </ac:spMkLst>
        </pc:spChg>
      </pc:sldChg>
      <pc:sldChg chg="add ord">
        <pc:chgData name="JT Metcalf" userId="da3c8453-b9dd-4e1c-ba86-5026f9a41586" providerId="ADAL" clId="{1CB06665-A955-4DAF-85FF-04628412AF4F}" dt="2025-04-28T20:52:27.285" v="6"/>
        <pc:sldMkLst>
          <pc:docMk/>
          <pc:sldMk cId="1907295972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1CB12B-9299-A699-8BA6-D96C05EFAB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03A2A-B04E-82BC-CBC3-FD5F72276A1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F7228E8-C4BF-D04C-94FD-EE44321E050E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6D4CB8-0843-A82C-DECD-CEB534D4B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1443DA2-5BF8-F47B-651A-590189B4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50230-35C3-9FF9-E345-B6ABD761CE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39CF1-4515-CF04-A6E4-FD7C6AFAC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C8781A2-F1BE-2543-AE22-3D7B3ACFF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Slide Image Placeholder 1">
            <a:extLst>
              <a:ext uri="{FF2B5EF4-FFF2-40B4-BE49-F238E27FC236}">
                <a16:creationId xmlns:a16="http://schemas.microsoft.com/office/drawing/2014/main" id="{4EBED121-1BDA-B7F4-FF5B-C43A8F54FB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8" name="Notes Placeholder 2">
            <a:extLst>
              <a:ext uri="{FF2B5EF4-FFF2-40B4-BE49-F238E27FC236}">
                <a16:creationId xmlns:a16="http://schemas.microsoft.com/office/drawing/2014/main" id="{49195365-8BF2-1E4C-BBA9-4DB95D64F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099" name="Slide Number Placeholder 3">
            <a:extLst>
              <a:ext uri="{FF2B5EF4-FFF2-40B4-BE49-F238E27FC236}">
                <a16:creationId xmlns:a16="http://schemas.microsoft.com/office/drawing/2014/main" id="{1303F3C6-7562-0F5B-8BCC-B34C9B2A0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EA7982E-2298-1A4E-AB3C-D936E97A0DD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D30C747-AD28-415F-4337-FA89F1A72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DDD6B858-98EE-E950-BA7A-FD6C1D35B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DC11B680-57F5-E4C8-376D-C263EDF772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4ADA9DA-EB2F-3548-91C1-4E0FBBB01A3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46C7D-3C04-8D89-6A28-C8D6837A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136A6-5047-CE48-9697-60D1D8B25037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3B6B2-899C-E057-C652-AC06F2E4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6EBAC-7447-F42E-E74E-4111B468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76DE8-8F88-6C40-92ED-5A86BB9697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5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EF0E8-CFEA-1D5C-27DA-1CB2F9C2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FE85-5442-2941-8A69-8543E20F05B9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68CFE-2998-1655-023A-14FC4AA0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7C079-6CB9-547E-B002-6B9CBD94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C9219-50C9-224C-BB27-CB14F10323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2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904C-2355-3994-0995-008E75EE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21174-4388-2D42-B465-46D8E1A7E577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38800-99AC-2D42-B470-85EFF0B5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CBC8-E9E5-46B3-1FC6-1D215139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0375F-68A3-834E-8574-5570CC13A6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3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C08106B-B5DC-3419-BB70-CC0CD822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69680-D8FF-D340-BAB2-47B68C5C15FC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404B55-5A95-FF1E-461F-5D686C68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C2CDBC-F67E-8D7B-633C-46FBA5F8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6557E-3DE1-B340-AE94-A7C8E2A40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8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8C6429-F272-44C5-F5FF-4169CEF2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9B011-448C-2A4F-8A60-784B95AF80D3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1649E4-A261-7EEE-6520-C3D8B7D7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FD0783-0AA9-F77C-198D-760895FE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AB6D7-2B95-604B-9559-BFAD1A296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5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0CD2DA1-6C54-F66E-0AB1-1222AD0C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91CEE-C1DA-5A4F-AA22-9A24BA705A73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ECD884-63BB-9A61-CD90-4E96AF9B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96A706-48E9-2650-8793-16A974A2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E8014-AD63-3E40-80A1-A415772BD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6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29920DD-D7E1-CC80-6503-81AFAD94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9EA1F-0D36-FF4D-9134-0A1F95D30E5F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672C9B8-2FE4-1064-95F4-68B50F5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784DC7-613F-1662-DDB4-A8A52573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A198D-1E23-8648-94C7-123EBF4888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7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0D96EC1-7186-A924-A8AC-2B6C9E05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922F2-9CB0-4945-9CE8-4D0F1B3E06EC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C1648A-A573-23DE-C80A-32590E85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F48622-7B56-E15A-65F2-857BDFFA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EB039-8EAF-5943-A718-323B12AE7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9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EC57CE-72C9-93B2-96C5-EB1026E2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9AA10-06C1-CC42-A740-E48CE4972AA0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804792-DB92-9C13-512C-5F884DEC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2E833C-1DBB-8E87-E706-69223931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AFCED-4A5C-F343-ACD1-E0ADAB65F6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163B-D90B-B04A-6166-0180C859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9386E-55F0-4E49-9DF4-3387F7B6E116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DA6AE-1B7D-A0D9-77EC-7B3A50E6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3EAF0-34CB-7808-6E41-97BB255D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8F731-C7D6-CA4B-9BB6-AE53D6CF65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EEC6-FB3C-13D6-231B-5155113A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08A9B-69C1-4E47-8170-DAE651D76911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32CD3-7C95-19E8-82D5-04440EE1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47F76-A794-EA8E-923D-D11A4DE0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9971D-0C1D-BF45-ADBF-BF771B971A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6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2C76B9B-167C-0181-1301-7266FB5C7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5E8513A-04B0-E9B9-029D-BDEF14B9D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B0833-F8B1-3D7A-2720-2C384E420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81B37D4-DC44-6440-98FC-EFD0E5B423B0}" type="datetimeFigureOut">
              <a:rPr lang="en-US"/>
              <a:pPr>
                <a:defRPr/>
              </a:pPr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2C27-F1B2-6261-82F5-362A8EDF5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3E97-7235-AF14-5560-40BABC0E4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DB0F705-44D5-AE46-8C5F-5A3330F78A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962B62-0851-DEDB-22FD-6DE4BA0480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074" name="Image" descr="Image">
            <a:extLst>
              <a:ext uri="{FF2B5EF4-FFF2-40B4-BE49-F238E27FC236}">
                <a16:creationId xmlns:a16="http://schemas.microsoft.com/office/drawing/2014/main" id="{82F46FD4-AAF1-C69A-5006-39A885D32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075" name="Title 1">
            <a:extLst>
              <a:ext uri="{FF2B5EF4-FFF2-40B4-BE49-F238E27FC236}">
                <a16:creationId xmlns:a16="http://schemas.microsoft.com/office/drawing/2014/main" id="{B3548C27-601D-F24B-E3F0-C9E073C6A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24A37C-D799-27FD-11BF-DF7AD428B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33688"/>
            <a:ext cx="4895850" cy="971550"/>
          </a:xfrm>
          <a:prstGeom prst="rect">
            <a:avLst/>
          </a:prstGeom>
        </p:spPr>
      </p:pic>
      <p:sp>
        <p:nvSpPr>
          <p:cNvPr id="3077" name="TextBox 53">
            <a:extLst>
              <a:ext uri="{FF2B5EF4-FFF2-40B4-BE49-F238E27FC236}">
                <a16:creationId xmlns:a16="http://schemas.microsoft.com/office/drawing/2014/main" id="{9B322B24-73BE-BB1A-6CF2-488CE5AE0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6327775"/>
            <a:ext cx="4822825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WorkingGenius.com  </a:t>
            </a:r>
            <a:r>
              <a:rPr lang="en-US" altLang="en-US" sz="11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|  © Copyright 2023 The Table Group, Inc.</a:t>
            </a:r>
          </a:p>
        </p:txBody>
      </p:sp>
      <p:pic>
        <p:nvPicPr>
          <p:cNvPr id="3078" name="Image" descr="Image">
            <a:extLst>
              <a:ext uri="{FF2B5EF4-FFF2-40B4-BE49-F238E27FC236}">
                <a16:creationId xmlns:a16="http://schemas.microsoft.com/office/drawing/2014/main" id="{31A2524D-E05F-0C4D-CCA3-0E5431B0A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088" y="6115050"/>
            <a:ext cx="22844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40FF2-B277-5685-BEBF-6ADB4865C3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170" name="Image" descr="Image">
            <a:extLst>
              <a:ext uri="{FF2B5EF4-FFF2-40B4-BE49-F238E27FC236}">
                <a16:creationId xmlns:a16="http://schemas.microsoft.com/office/drawing/2014/main" id="{AD74479A-A1AF-50F8-2F1C-0AE2CE0BC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171" name="Google Shape;173;gc60dbb826b_1_19">
            <a:extLst>
              <a:ext uri="{FF2B5EF4-FFF2-40B4-BE49-F238E27FC236}">
                <a16:creationId xmlns:a16="http://schemas.microsoft.com/office/drawing/2014/main" id="{081C7E4D-E4CB-263E-0115-B8ADB26DD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The Working Genius Model</a:t>
            </a:r>
          </a:p>
        </p:txBody>
      </p:sp>
      <p:pic>
        <p:nvPicPr>
          <p:cNvPr id="7172" name="Image" descr="Image">
            <a:extLst>
              <a:ext uri="{FF2B5EF4-FFF2-40B4-BE49-F238E27FC236}">
                <a16:creationId xmlns:a16="http://schemas.microsoft.com/office/drawing/2014/main" id="{2C1C12F1-EABA-3A71-6FE8-964AB5E44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084513"/>
            <a:ext cx="5346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CBB1ED-3C48-0377-42B6-D90223AC6EF3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194" name="Image" descr="Image">
            <a:extLst>
              <a:ext uri="{FF2B5EF4-FFF2-40B4-BE49-F238E27FC236}">
                <a16:creationId xmlns:a16="http://schemas.microsoft.com/office/drawing/2014/main" id="{54589DBC-9945-CC91-E7A4-76C69B833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8" y="1749425"/>
            <a:ext cx="8836025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195" name="Image" descr="Image">
            <a:extLst>
              <a:ext uri="{FF2B5EF4-FFF2-40B4-BE49-F238E27FC236}">
                <a16:creationId xmlns:a16="http://schemas.microsoft.com/office/drawing/2014/main" id="{1DB3278D-9913-FF1A-C3FA-162C5E257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395288"/>
            <a:ext cx="36734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196" name="Image" descr="Image">
            <a:extLst>
              <a:ext uri="{FF2B5EF4-FFF2-40B4-BE49-F238E27FC236}">
                <a16:creationId xmlns:a16="http://schemas.microsoft.com/office/drawing/2014/main" id="{407D42D4-1CB6-9EC7-F12D-2299AB10A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7" name="Group 19">
            <a:extLst>
              <a:ext uri="{FF2B5EF4-FFF2-40B4-BE49-F238E27FC236}">
                <a16:creationId xmlns:a16="http://schemas.microsoft.com/office/drawing/2014/main" id="{6D17171F-FC1E-93B1-67D8-CA2877A8226A}"/>
              </a:ext>
            </a:extLst>
          </p:cNvPr>
          <p:cNvGrpSpPr>
            <a:grpSpLocks/>
          </p:cNvGrpSpPr>
          <p:nvPr/>
        </p:nvGrpSpPr>
        <p:grpSpPr bwMode="auto">
          <a:xfrm>
            <a:off x="-1207477" y="-1220909"/>
            <a:ext cx="5969000" cy="9372600"/>
            <a:chOff x="0" y="0"/>
            <a:chExt cx="5968930" cy="9373142"/>
          </a:xfrm>
        </p:grpSpPr>
        <p:pic>
          <p:nvPicPr>
            <p:cNvPr id="9223" name="Graphic 7" descr="Graphic 7">
              <a:extLst>
                <a:ext uri="{FF2B5EF4-FFF2-40B4-BE49-F238E27FC236}">
                  <a16:creationId xmlns:a16="http://schemas.microsoft.com/office/drawing/2014/main" id="{E4EABAF1-FDAB-F080-1C83-8E3819A252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9224" name="Graphic 9" descr="Graphic 9">
              <a:extLst>
                <a:ext uri="{FF2B5EF4-FFF2-40B4-BE49-F238E27FC236}">
                  <a16:creationId xmlns:a16="http://schemas.microsoft.com/office/drawing/2014/main" id="{1B17A34A-6481-E7BB-A19D-AE1B9241B8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9225" name="Graphic 13" descr="Graphic 13">
              <a:extLst>
                <a:ext uri="{FF2B5EF4-FFF2-40B4-BE49-F238E27FC236}">
                  <a16:creationId xmlns:a16="http://schemas.microsoft.com/office/drawing/2014/main" id="{3F749622-50F3-1518-AA9C-B4DCE222F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9226" name="Graphic 14" descr="Graphic 14">
              <a:extLst>
                <a:ext uri="{FF2B5EF4-FFF2-40B4-BE49-F238E27FC236}">
                  <a16:creationId xmlns:a16="http://schemas.microsoft.com/office/drawing/2014/main" id="{76E76E8A-5C8B-8CD6-1837-B494243D1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9227" name="Graphic 15" descr="Graphic 15">
              <a:extLst>
                <a:ext uri="{FF2B5EF4-FFF2-40B4-BE49-F238E27FC236}">
                  <a16:creationId xmlns:a16="http://schemas.microsoft.com/office/drawing/2014/main" id="{C8A4B793-88AD-D6B5-840C-E05B01475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9218" name="Rectangle 14">
            <a:extLst>
              <a:ext uri="{FF2B5EF4-FFF2-40B4-BE49-F238E27FC236}">
                <a16:creationId xmlns:a16="http://schemas.microsoft.com/office/drawing/2014/main" id="{BDE5CC8C-DB1F-9EBF-09DA-17AAF4176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408" y="2814122"/>
            <a:ext cx="7391400" cy="279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334364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Self</a:t>
            </a:r>
          </a:p>
          <a:p>
            <a:pPr eaLnBrk="1" hangingPunct="1">
              <a:lnSpc>
                <a:spcPct val="150000"/>
              </a:lnSpc>
            </a:pPr>
            <a:endParaRPr lang="en-US" altLang="en-US" sz="2400" dirty="0">
              <a:solidFill>
                <a:srgbClr val="334364"/>
              </a:solidFill>
              <a:latin typeface="Montserrat Light" pitchFamily="2" charset="77"/>
              <a:ea typeface="Montserrat Light" pitchFamily="2" charset="77"/>
              <a:cs typeface="Montserrat Light" pitchFamily="2" charset="77"/>
              <a:sym typeface="Montserrat Light" pitchFamily="2" charset="77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334364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Others –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334364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Fundamental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334364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Attribution Error 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15AB936-B982-7179-B84E-D1DCED0BC9E4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9220" name="TextBox 20">
            <a:extLst>
              <a:ext uri="{FF2B5EF4-FFF2-40B4-BE49-F238E27FC236}">
                <a16:creationId xmlns:a16="http://schemas.microsoft.com/office/drawing/2014/main" id="{7E69F070-2DB4-ABAB-B170-539723A6C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Guilt and Judgment</a:t>
            </a:r>
          </a:p>
        </p:txBody>
      </p:sp>
      <p:pic>
        <p:nvPicPr>
          <p:cNvPr id="9221" name="Image" descr="Image">
            <a:extLst>
              <a:ext uri="{FF2B5EF4-FFF2-40B4-BE49-F238E27FC236}">
                <a16:creationId xmlns:a16="http://schemas.microsoft.com/office/drawing/2014/main" id="{8CE507E2-3463-04B6-38D1-11AFA0F3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71" y="2477690"/>
            <a:ext cx="1023937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222" name="Image" descr="Image">
            <a:extLst>
              <a:ext uri="{FF2B5EF4-FFF2-40B4-BE49-F238E27FC236}">
                <a16:creationId xmlns:a16="http://schemas.microsoft.com/office/drawing/2014/main" id="{3D78A0BF-EC06-6FF0-3E26-329B1CAC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58" y="3741340"/>
            <a:ext cx="1196975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239D74-759C-2BCB-2050-6F872C17F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615"/>
          <a:stretch/>
        </p:blipFill>
        <p:spPr>
          <a:xfrm>
            <a:off x="4485325" y="2288893"/>
            <a:ext cx="7691775" cy="3815129"/>
          </a:xfrm>
          <a:prstGeom prst="rect">
            <a:avLst/>
          </a:prstGeom>
        </p:spPr>
      </p:pic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468B05-7C17-FAA4-0D8B-AB643ACAE3B4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242" name="TextBox 20">
            <a:extLst>
              <a:ext uri="{FF2B5EF4-FFF2-40B4-BE49-F238E27FC236}">
                <a16:creationId xmlns:a16="http://schemas.microsoft.com/office/drawing/2014/main" id="{6CE25C6D-1090-98B2-DED4-0631F8903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Three Stages of Work</a:t>
            </a:r>
          </a:p>
        </p:txBody>
      </p:sp>
      <p:pic>
        <p:nvPicPr>
          <p:cNvPr id="10243" name="Image" descr="Image">
            <a:extLst>
              <a:ext uri="{FF2B5EF4-FFF2-40B4-BE49-F238E27FC236}">
                <a16:creationId xmlns:a16="http://schemas.microsoft.com/office/drawing/2014/main" id="{FAC2D8EF-CD63-A209-0715-35D0B26EC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244" name="Image" descr="Image">
            <a:extLst>
              <a:ext uri="{FF2B5EF4-FFF2-40B4-BE49-F238E27FC236}">
                <a16:creationId xmlns:a16="http://schemas.microsoft.com/office/drawing/2014/main" id="{75833C14-3BFB-C3DE-6FA7-A7001391A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1901825"/>
            <a:ext cx="8734425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7A03-8F48-90CC-E5C7-60A48A14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B5ACB8-9649-2646-0493-17DF4E888BEF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266" name="TextBox 20">
            <a:extLst>
              <a:ext uri="{FF2B5EF4-FFF2-40B4-BE49-F238E27FC236}">
                <a16:creationId xmlns:a16="http://schemas.microsoft.com/office/drawing/2014/main" id="{927CD4F9-B505-6875-3BB5-A02E74832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Responsive vs Disruptive</a:t>
            </a:r>
          </a:p>
        </p:txBody>
      </p:sp>
      <p:pic>
        <p:nvPicPr>
          <p:cNvPr id="11267" name="Image" descr="Image">
            <a:extLst>
              <a:ext uri="{FF2B5EF4-FFF2-40B4-BE49-F238E27FC236}">
                <a16:creationId xmlns:a16="http://schemas.microsoft.com/office/drawing/2014/main" id="{ECB489F9-665A-BF2E-C060-E22E2FF3F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268" name="Image" descr="Image">
            <a:extLst>
              <a:ext uri="{FF2B5EF4-FFF2-40B4-BE49-F238E27FC236}">
                <a16:creationId xmlns:a16="http://schemas.microsoft.com/office/drawing/2014/main" id="{005E0AD2-CDA3-5D6C-E455-E2F02F3E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1952625"/>
            <a:ext cx="8912225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729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6D7615-D97F-5C35-7DF1-A87F8E41B17E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266" name="TextBox 20">
            <a:extLst>
              <a:ext uri="{FF2B5EF4-FFF2-40B4-BE49-F238E27FC236}">
                <a16:creationId xmlns:a16="http://schemas.microsoft.com/office/drawing/2014/main" id="{BE20A826-3270-1CA6-7710-73B353F3E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Responsive vs Disruptive</a:t>
            </a:r>
          </a:p>
        </p:txBody>
      </p:sp>
      <p:pic>
        <p:nvPicPr>
          <p:cNvPr id="11267" name="Image" descr="Image">
            <a:extLst>
              <a:ext uri="{FF2B5EF4-FFF2-40B4-BE49-F238E27FC236}">
                <a16:creationId xmlns:a16="http://schemas.microsoft.com/office/drawing/2014/main" id="{CB5CB916-EA76-89D2-4218-38E64185D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0C6415-5FCF-D177-842C-59D10B94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1" y="1719263"/>
            <a:ext cx="10355120" cy="5001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6AA751-2890-01D0-AF57-EED8B9616689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2290" name="TextBox 20">
            <a:extLst>
              <a:ext uri="{FF2B5EF4-FFF2-40B4-BE49-F238E27FC236}">
                <a16:creationId xmlns:a16="http://schemas.microsoft.com/office/drawing/2014/main" id="{A4902A8C-3737-FB1C-B959-A6417EBCF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The Altitude of Geniuses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FDA2AF-F8E9-AE06-2A14-AEADB280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13" y="1997075"/>
            <a:ext cx="9883775" cy="4357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78206-5998-F4CD-BDAF-7823C3E3B8A4}"/>
              </a:ext>
            </a:extLst>
          </p:cNvPr>
          <p:cNvSpPr/>
          <p:nvPr/>
        </p:nvSpPr>
        <p:spPr>
          <a:xfrm>
            <a:off x="0" y="0"/>
            <a:ext cx="3608388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3314" name="TextBox 20">
            <a:extLst>
              <a:ext uri="{FF2B5EF4-FFF2-40B4-BE49-F238E27FC236}">
                <a16:creationId xmlns:a16="http://schemas.microsoft.com/office/drawing/2014/main" id="{E8A6C376-9B7B-5ACA-C118-48369BF50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450850"/>
            <a:ext cx="2874962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All-In-One</a:t>
            </a:r>
          </a:p>
          <a:p>
            <a:pPr eaLnBrk="1" hangingPunct="1"/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Model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C6A44A9-6BD8-F98F-C902-9F826278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875" y="442913"/>
            <a:ext cx="7315200" cy="6415087"/>
          </a:xfrm>
          <a:prstGeom prst="rect">
            <a:avLst/>
          </a:prstGeom>
        </p:spPr>
      </p:pic>
      <p:pic>
        <p:nvPicPr>
          <p:cNvPr id="13316" name="Image" descr="Image">
            <a:extLst>
              <a:ext uri="{FF2B5EF4-FFF2-40B4-BE49-F238E27FC236}">
                <a16:creationId xmlns:a16="http://schemas.microsoft.com/office/drawing/2014/main" id="{79A0F727-25DB-6F17-086E-0253B8316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682625" y="5199063"/>
            <a:ext cx="5522913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EBA8D-10A6-8059-2D79-11EAC44B77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4338" name="Image" descr="Image">
            <a:extLst>
              <a:ext uri="{FF2B5EF4-FFF2-40B4-BE49-F238E27FC236}">
                <a16:creationId xmlns:a16="http://schemas.microsoft.com/office/drawing/2014/main" id="{DF85C88A-F2B3-19D1-26ED-1A2A0C8AC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4339" name="Google Shape;173;gc60dbb826b_1_19">
            <a:extLst>
              <a:ext uri="{FF2B5EF4-FFF2-40B4-BE49-F238E27FC236}">
                <a16:creationId xmlns:a16="http://schemas.microsoft.com/office/drawing/2014/main" id="{1E0022A9-BAE1-3C14-E1CB-691835BB8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Working Genius Profile</a:t>
            </a:r>
          </a:p>
        </p:txBody>
      </p:sp>
      <p:pic>
        <p:nvPicPr>
          <p:cNvPr id="14340" name="Image" descr="Image">
            <a:extLst>
              <a:ext uri="{FF2B5EF4-FFF2-40B4-BE49-F238E27FC236}">
                <a16:creationId xmlns:a16="http://schemas.microsoft.com/office/drawing/2014/main" id="{8910CBC6-AEC3-72F8-E551-F92110D6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084513"/>
            <a:ext cx="5346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Screenshot 2023-05-17 at 1.36.10 PM.png" descr="Screenshot 2023-05-17 at 1.36.10 PM.png">
            <a:extLst>
              <a:ext uri="{FF2B5EF4-FFF2-40B4-BE49-F238E27FC236}">
                <a16:creationId xmlns:a16="http://schemas.microsoft.com/office/drawing/2014/main" id="{9C5519D6-3E06-F0EA-0A15-FA9DE3B1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1374775"/>
            <a:ext cx="6659562" cy="548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5362" name="TextBox 6">
            <a:extLst>
              <a:ext uri="{FF2B5EF4-FFF2-40B4-BE49-F238E27FC236}">
                <a16:creationId xmlns:a16="http://schemas.microsoft.com/office/drawing/2014/main" id="{F083B201-8586-C383-A53D-B4C34630C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346325"/>
            <a:ext cx="39957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en-US" sz="2100">
                <a:solidFill>
                  <a:srgbClr val="2638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Genius</a:t>
            </a:r>
          </a:p>
        </p:txBody>
      </p:sp>
      <p:sp>
        <p:nvSpPr>
          <p:cNvPr id="15363" name="TextBox 7">
            <a:extLst>
              <a:ext uri="{FF2B5EF4-FFF2-40B4-BE49-F238E27FC236}">
                <a16:creationId xmlns:a16="http://schemas.microsoft.com/office/drawing/2014/main" id="{F4C10465-5BE1-BD50-B0DC-89217E5E5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617913"/>
            <a:ext cx="51625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en-US" sz="2100">
                <a:solidFill>
                  <a:srgbClr val="2638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Frustration</a:t>
            </a:r>
          </a:p>
        </p:txBody>
      </p:sp>
      <p:sp>
        <p:nvSpPr>
          <p:cNvPr id="15364" name="TextBox 9">
            <a:extLst>
              <a:ext uri="{FF2B5EF4-FFF2-40B4-BE49-F238E27FC236}">
                <a16:creationId xmlns:a16="http://schemas.microsoft.com/office/drawing/2014/main" id="{727D8FC6-6EAE-D961-C304-9356794D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982913"/>
            <a:ext cx="4992688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en-US" sz="2100">
                <a:solidFill>
                  <a:srgbClr val="2638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Competency</a:t>
            </a:r>
          </a:p>
        </p:txBody>
      </p:sp>
      <p:pic>
        <p:nvPicPr>
          <p:cNvPr id="15365" name="Image" descr="Image">
            <a:extLst>
              <a:ext uri="{FF2B5EF4-FFF2-40B4-BE49-F238E27FC236}">
                <a16:creationId xmlns:a16="http://schemas.microsoft.com/office/drawing/2014/main" id="{3CD928CE-A706-6F9C-F911-1AFCAF0AD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2587625"/>
            <a:ext cx="368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366" name="Image" descr="Image">
            <a:extLst>
              <a:ext uri="{FF2B5EF4-FFF2-40B4-BE49-F238E27FC236}">
                <a16:creationId xmlns:a16="http://schemas.microsoft.com/office/drawing/2014/main" id="{586A390F-DA14-E994-DA38-4CD71E3B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3213100"/>
            <a:ext cx="368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367" name="Image" descr="Image">
            <a:extLst>
              <a:ext uri="{FF2B5EF4-FFF2-40B4-BE49-F238E27FC236}">
                <a16:creationId xmlns:a16="http://schemas.microsoft.com/office/drawing/2014/main" id="{4AC9762E-237D-5FA9-A40F-3F59C966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3843338"/>
            <a:ext cx="368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08715F46-1B45-21A0-E3DA-958213CDEA70}"/>
              </a:ext>
            </a:extLst>
          </p:cNvPr>
          <p:cNvSpPr/>
          <p:nvPr/>
        </p:nvSpPr>
        <p:spPr>
          <a:xfrm>
            <a:off x="-19050" y="-71438"/>
            <a:ext cx="12211050" cy="1495426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369" name="TextBox 20">
            <a:extLst>
              <a:ext uri="{FF2B5EF4-FFF2-40B4-BE49-F238E27FC236}">
                <a16:creationId xmlns:a16="http://schemas.microsoft.com/office/drawing/2014/main" id="{95A2FE5E-ABFD-0DC9-03F3-66A3E1357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5398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Individual Profiles</a:t>
            </a:r>
          </a:p>
        </p:txBody>
      </p:sp>
      <p:pic>
        <p:nvPicPr>
          <p:cNvPr id="15370" name="Image" descr="Image">
            <a:extLst>
              <a:ext uri="{FF2B5EF4-FFF2-40B4-BE49-F238E27FC236}">
                <a16:creationId xmlns:a16="http://schemas.microsoft.com/office/drawing/2014/main" id="{902C12C8-47DA-75F6-4E3A-BE98CDE3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5" y="-236538"/>
            <a:ext cx="5522913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5371" name="Screenshot 2023-05-17 at 1.35.17 PM.png" descr="Screenshot 2023-05-17 at 1.35.17 PM.png">
            <a:extLst>
              <a:ext uri="{FF2B5EF4-FFF2-40B4-BE49-F238E27FC236}">
                <a16:creationId xmlns:a16="http://schemas.microsoft.com/office/drawing/2014/main" id="{6C7B008D-96EB-01F7-D40D-B9DEB5B9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3" y="1577975"/>
            <a:ext cx="5222875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9" name="Group 7">
            <a:extLst>
              <a:ext uri="{FF2B5EF4-FFF2-40B4-BE49-F238E27FC236}">
                <a16:creationId xmlns:a16="http://schemas.microsoft.com/office/drawing/2014/main" id="{4C61214D-A143-5DA5-2AD2-874C6213DAA4}"/>
              </a:ext>
            </a:extLst>
          </p:cNvPr>
          <p:cNvGrpSpPr>
            <a:grpSpLocks/>
          </p:cNvGrpSpPr>
          <p:nvPr/>
        </p:nvGrpSpPr>
        <p:grpSpPr bwMode="auto">
          <a:xfrm>
            <a:off x="-1524000" y="-1247775"/>
            <a:ext cx="5969000" cy="9372600"/>
            <a:chOff x="0" y="0"/>
            <a:chExt cx="5968930" cy="9373142"/>
          </a:xfrm>
        </p:grpSpPr>
        <p:pic>
          <p:nvPicPr>
            <p:cNvPr id="17418" name="Graphic 8" descr="Graphic 8">
              <a:extLst>
                <a:ext uri="{FF2B5EF4-FFF2-40B4-BE49-F238E27FC236}">
                  <a16:creationId xmlns:a16="http://schemas.microsoft.com/office/drawing/2014/main" id="{0B0DD8EB-22A6-E48D-651B-1B74E10E9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17419" name="Graphic 9" descr="Graphic 9">
              <a:extLst>
                <a:ext uri="{FF2B5EF4-FFF2-40B4-BE49-F238E27FC236}">
                  <a16:creationId xmlns:a16="http://schemas.microsoft.com/office/drawing/2014/main" id="{E10024E2-52F0-8A09-36D9-27C0877B11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17420" name="Graphic 10" descr="Graphic 10">
              <a:extLst>
                <a:ext uri="{FF2B5EF4-FFF2-40B4-BE49-F238E27FC236}">
                  <a16:creationId xmlns:a16="http://schemas.microsoft.com/office/drawing/2014/main" id="{84195AA3-A528-3532-156D-C3668EC47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17421" name="Graphic 11" descr="Graphic 11">
              <a:extLst>
                <a:ext uri="{FF2B5EF4-FFF2-40B4-BE49-F238E27FC236}">
                  <a16:creationId xmlns:a16="http://schemas.microsoft.com/office/drawing/2014/main" id="{78A11C6A-9B10-0A0C-8787-FAAD5DE95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17422" name="Graphic 15" descr="Graphic 15">
              <a:extLst>
                <a:ext uri="{FF2B5EF4-FFF2-40B4-BE49-F238E27FC236}">
                  <a16:creationId xmlns:a16="http://schemas.microsoft.com/office/drawing/2014/main" id="{799032F1-48BD-DA2E-CD6E-7FAD2CE4A9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A818C1C6-D8E4-BA17-3288-0C11A4B3CFEB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411" name="TextBox 20">
            <a:extLst>
              <a:ext uri="{FF2B5EF4-FFF2-40B4-BE49-F238E27FC236}">
                <a16:creationId xmlns:a16="http://schemas.microsoft.com/office/drawing/2014/main" id="{44D07086-AC8C-C324-B948-3D47B2C12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Group Discussion</a:t>
            </a:r>
          </a:p>
        </p:txBody>
      </p:sp>
      <p:pic>
        <p:nvPicPr>
          <p:cNvPr id="17412" name="Image" descr="Image">
            <a:extLst>
              <a:ext uri="{FF2B5EF4-FFF2-40B4-BE49-F238E27FC236}">
                <a16:creationId xmlns:a16="http://schemas.microsoft.com/office/drawing/2014/main" id="{EC1B031E-C4B8-380A-4B15-736E83FA9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3348038"/>
            <a:ext cx="1619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7413" name="Image" descr="Image">
            <a:extLst>
              <a:ext uri="{FF2B5EF4-FFF2-40B4-BE49-F238E27FC236}">
                <a16:creationId xmlns:a16="http://schemas.microsoft.com/office/drawing/2014/main" id="{CBADB4A4-1583-8A4B-0894-B95093688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2643188"/>
            <a:ext cx="1619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414" name="TextBox 13">
            <a:extLst>
              <a:ext uri="{FF2B5EF4-FFF2-40B4-BE49-F238E27FC236}">
                <a16:creationId xmlns:a16="http://schemas.microsoft.com/office/drawing/2014/main" id="{A733C283-C097-1FDF-42ED-8F7639247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511425"/>
            <a:ext cx="805973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2400"/>
              </a:spcBef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Does the Profile Report resonate with you?</a:t>
            </a:r>
          </a:p>
        </p:txBody>
      </p:sp>
      <p:sp>
        <p:nvSpPr>
          <p:cNvPr id="17415" name="TextBox 13">
            <a:extLst>
              <a:ext uri="{FF2B5EF4-FFF2-40B4-BE49-F238E27FC236}">
                <a16:creationId xmlns:a16="http://schemas.microsoft.com/office/drawing/2014/main" id="{5F554250-41D8-F66C-6441-D4C9F0712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3221038"/>
            <a:ext cx="80581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2400"/>
              </a:spcBef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How do your Geniuses play out in your work?</a:t>
            </a:r>
          </a:p>
        </p:txBody>
      </p:sp>
      <p:pic>
        <p:nvPicPr>
          <p:cNvPr id="17416" name="Image" descr="Image">
            <a:extLst>
              <a:ext uri="{FF2B5EF4-FFF2-40B4-BE49-F238E27FC236}">
                <a16:creationId xmlns:a16="http://schemas.microsoft.com/office/drawing/2014/main" id="{1FFE2943-CF90-E4CE-B063-201BC575F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4098925"/>
            <a:ext cx="1619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417" name="TextBox 13">
            <a:extLst>
              <a:ext uri="{FF2B5EF4-FFF2-40B4-BE49-F238E27FC236}">
                <a16:creationId xmlns:a16="http://schemas.microsoft.com/office/drawing/2014/main" id="{F9F68022-D8D7-8A0F-0C8C-52B52E797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3971925"/>
            <a:ext cx="80581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2400"/>
              </a:spcBef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  <a:ea typeface="Montserrat Light" pitchFamily="2" charset="77"/>
                <a:cs typeface="Montserrat Light" pitchFamily="2" charset="77"/>
                <a:sym typeface="Montserrat Light" pitchFamily="2" charset="77"/>
              </a:rPr>
              <a:t>Do you see where your Frustrations show up?</a:t>
            </a:r>
          </a:p>
        </p:txBody>
      </p:sp>
    </p:spTree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75CCD-D5F9-C6C0-1291-C0BC3E76EE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9458" name="Image" descr="Image">
            <a:extLst>
              <a:ext uri="{FF2B5EF4-FFF2-40B4-BE49-F238E27FC236}">
                <a16:creationId xmlns:a16="http://schemas.microsoft.com/office/drawing/2014/main" id="{CBFD829D-DC6A-1372-9504-A373F0340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9459" name="Google Shape;173;gc60dbb826b_1_19">
            <a:extLst>
              <a:ext uri="{FF2B5EF4-FFF2-40B4-BE49-F238E27FC236}">
                <a16:creationId xmlns:a16="http://schemas.microsoft.com/office/drawing/2014/main" id="{B6FD3401-D964-07FC-F2A3-8910B27F2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Team Map</a:t>
            </a:r>
          </a:p>
        </p:txBody>
      </p:sp>
      <p:pic>
        <p:nvPicPr>
          <p:cNvPr id="19460" name="Image" descr="Image">
            <a:extLst>
              <a:ext uri="{FF2B5EF4-FFF2-40B4-BE49-F238E27FC236}">
                <a16:creationId xmlns:a16="http://schemas.microsoft.com/office/drawing/2014/main" id="{9112795A-D979-19B3-8061-B412122DA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001963"/>
            <a:ext cx="5346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22DAAA-438B-7624-F80E-3815C2BD029B}"/>
              </a:ext>
            </a:extLst>
          </p:cNvPr>
          <p:cNvSpPr/>
          <p:nvPr/>
        </p:nvSpPr>
        <p:spPr>
          <a:xfrm>
            <a:off x="0" y="0"/>
            <a:ext cx="3608388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0482" name="TextBox 20">
            <a:extLst>
              <a:ext uri="{FF2B5EF4-FFF2-40B4-BE49-F238E27FC236}">
                <a16:creationId xmlns:a16="http://schemas.microsoft.com/office/drawing/2014/main" id="{13311C2E-B94D-C2FF-DB11-869B0ED94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450850"/>
            <a:ext cx="287496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Team Gap</a:t>
            </a:r>
          </a:p>
          <a:p>
            <a:pPr eaLnBrk="1" hangingPunct="1"/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Analysis</a:t>
            </a:r>
          </a:p>
        </p:txBody>
      </p:sp>
      <p:pic>
        <p:nvPicPr>
          <p:cNvPr id="20483" name="Image" descr="Image">
            <a:extLst>
              <a:ext uri="{FF2B5EF4-FFF2-40B4-BE49-F238E27FC236}">
                <a16:creationId xmlns:a16="http://schemas.microsoft.com/office/drawing/2014/main" id="{A1D261CB-AA41-E1EF-0AC5-B3A16D795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682625" y="5199063"/>
            <a:ext cx="5522913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A6AD9149-EF3F-23C8-90E1-6E4EE752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104775"/>
            <a:ext cx="6553200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2">
            <a:extLst>
              <a:ext uri="{FF2B5EF4-FFF2-40B4-BE49-F238E27FC236}">
                <a16:creationId xmlns:a16="http://schemas.microsoft.com/office/drawing/2014/main" id="{5FF439AD-5F0A-9E40-8B72-E83B829C5034}"/>
              </a:ext>
            </a:extLst>
          </p:cNvPr>
          <p:cNvGrpSpPr>
            <a:grpSpLocks/>
          </p:cNvGrpSpPr>
          <p:nvPr/>
        </p:nvGrpSpPr>
        <p:grpSpPr bwMode="auto">
          <a:xfrm>
            <a:off x="-1524000" y="-1247775"/>
            <a:ext cx="5969000" cy="9372600"/>
            <a:chOff x="0" y="0"/>
            <a:chExt cx="5968930" cy="9373142"/>
          </a:xfrm>
        </p:grpSpPr>
        <p:pic>
          <p:nvPicPr>
            <p:cNvPr id="21510" name="Graphic 3" descr="Graphic 3">
              <a:extLst>
                <a:ext uri="{FF2B5EF4-FFF2-40B4-BE49-F238E27FC236}">
                  <a16:creationId xmlns:a16="http://schemas.microsoft.com/office/drawing/2014/main" id="{52E1E8AA-248A-B96B-3FAE-9CF4B0CE1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1511" name="Graphic 4" descr="Graphic 4">
              <a:extLst>
                <a:ext uri="{FF2B5EF4-FFF2-40B4-BE49-F238E27FC236}">
                  <a16:creationId xmlns:a16="http://schemas.microsoft.com/office/drawing/2014/main" id="{D8B80C2A-5475-CDB0-C8E3-EBA0E7672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1512" name="Graphic 5" descr="Graphic 5">
              <a:extLst>
                <a:ext uri="{FF2B5EF4-FFF2-40B4-BE49-F238E27FC236}">
                  <a16:creationId xmlns:a16="http://schemas.microsoft.com/office/drawing/2014/main" id="{79A10E7C-407D-7C62-B78F-0D4B4D600E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1513" name="Graphic 6" descr="Graphic 6">
              <a:extLst>
                <a:ext uri="{FF2B5EF4-FFF2-40B4-BE49-F238E27FC236}">
                  <a16:creationId xmlns:a16="http://schemas.microsoft.com/office/drawing/2014/main" id="{212AEE5E-47AA-D31D-9385-8196ED3BD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1514" name="Graphic 7" descr="Graphic 7">
              <a:extLst>
                <a:ext uri="{FF2B5EF4-FFF2-40B4-BE49-F238E27FC236}">
                  <a16:creationId xmlns:a16="http://schemas.microsoft.com/office/drawing/2014/main" id="{C405D971-A12B-874E-8133-8157071CD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26144730-9D7B-7AE9-036E-71BCE2746DEC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1507" name="TextBox 20">
            <a:extLst>
              <a:ext uri="{FF2B5EF4-FFF2-40B4-BE49-F238E27FC236}">
                <a16:creationId xmlns:a16="http://schemas.microsoft.com/office/drawing/2014/main" id="{87ED02A3-170C-CD87-E21A-D9B54F7CB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Reading a Team Map</a:t>
            </a:r>
          </a:p>
        </p:txBody>
      </p:sp>
      <p:pic>
        <p:nvPicPr>
          <p:cNvPr id="21508" name="Image" descr="Image">
            <a:extLst>
              <a:ext uri="{FF2B5EF4-FFF2-40B4-BE49-F238E27FC236}">
                <a16:creationId xmlns:a16="http://schemas.microsoft.com/office/drawing/2014/main" id="{6791586A-3FB6-07DF-92E9-F359058CA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212D58-2F02-5C1C-82D3-17F7DD15F045}"/>
              </a:ext>
            </a:extLst>
          </p:cNvPr>
          <p:cNvSpPr txBox="1"/>
          <p:nvPr/>
        </p:nvSpPr>
        <p:spPr>
          <a:xfrm>
            <a:off x="1919288" y="2130425"/>
            <a:ext cx="9005887" cy="4310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defRPr/>
            </a:pPr>
            <a:r>
              <a:rPr lang="en-US" sz="2100" dirty="0">
                <a:solidFill>
                  <a:srgbClr val="263860"/>
                </a:solidFill>
                <a:latin typeface="Montserrat Light" pitchFamily="2" charset="77"/>
              </a:rPr>
              <a:t>Things to consider when reading  your Team Map: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buFontTx/>
              <a:buBlip>
                <a:blip r:embed="rId4"/>
              </a:buBlip>
              <a:defRPr/>
            </a:pPr>
            <a:r>
              <a:rPr lang="en-US" sz="2100" dirty="0">
                <a:solidFill>
                  <a:srgbClr val="263860"/>
                </a:solidFill>
                <a:latin typeface="Montserrat Light" pitchFamily="2" charset="77"/>
              </a:rPr>
              <a:t>What are the team’s strengths based on Genius groupings?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buFontTx/>
              <a:buBlip>
                <a:blip r:embed="rId4"/>
              </a:buBlip>
              <a:defRPr/>
            </a:pPr>
            <a:r>
              <a:rPr lang="en-US" sz="2100" dirty="0">
                <a:solidFill>
                  <a:srgbClr val="263860"/>
                </a:solidFill>
                <a:latin typeface="Montserrat Light" pitchFamily="2" charset="77"/>
              </a:rPr>
              <a:t>What are the team’s weaknesses or underrepresented Geniuses?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buFontTx/>
              <a:buBlip>
                <a:blip r:embed="rId4"/>
              </a:buBlip>
              <a:defRPr/>
            </a:pPr>
            <a:r>
              <a:rPr lang="en-US" sz="2100" dirty="0">
                <a:solidFill>
                  <a:srgbClr val="263860"/>
                </a:solidFill>
                <a:latin typeface="Montserrat Light" pitchFamily="2" charset="77"/>
              </a:rPr>
              <a:t>Now that everyone’s geniuses are represented visually on the map, is there a need to adjust or rethink roles?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buFontTx/>
              <a:buBlip>
                <a:blip r:embed="rId4"/>
              </a:buBlip>
              <a:defRPr/>
            </a:pPr>
            <a:r>
              <a:rPr lang="en-US" sz="2100" dirty="0">
                <a:solidFill>
                  <a:srgbClr val="263860"/>
                </a:solidFill>
                <a:latin typeface="Montserrat Light" pitchFamily="2" charset="77"/>
              </a:rPr>
              <a:t>Who is the leader? </a:t>
            </a:r>
          </a:p>
          <a:p>
            <a:pPr eaLnBrk="1" fontAlgn="auto" hangingPunct="1">
              <a:spcBef>
                <a:spcPts val="0"/>
              </a:spcBef>
              <a:spcAft>
                <a:spcPts val="2400"/>
              </a:spcAft>
              <a:buSzPct val="100000"/>
              <a:defRPr/>
            </a:pPr>
            <a:endParaRPr lang="en-US" sz="2400" dirty="0">
              <a:solidFill>
                <a:srgbClr val="263860"/>
              </a:solidFill>
              <a:latin typeface="Montserrat Light" pitchFamily="2" charset="77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D1516C9-E771-02EB-E44A-41824D8A083A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2531" name="TextBox 20">
            <a:extLst>
              <a:ext uri="{FF2B5EF4-FFF2-40B4-BE49-F238E27FC236}">
                <a16:creationId xmlns:a16="http://schemas.microsoft.com/office/drawing/2014/main" id="{C1E2C564-9D62-AE44-5C88-DBE877501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 dirty="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Team Maps</a:t>
            </a:r>
          </a:p>
        </p:txBody>
      </p:sp>
      <p:pic>
        <p:nvPicPr>
          <p:cNvPr id="22532" name="Image" descr="Image">
            <a:extLst>
              <a:ext uri="{FF2B5EF4-FFF2-40B4-BE49-F238E27FC236}">
                <a16:creationId xmlns:a16="http://schemas.microsoft.com/office/drawing/2014/main" id="{9A099022-937D-A1CD-4D78-9485DA50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793627-9B24-5AC8-4DC8-C26807B780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26626" name="Image" descr="Image">
            <a:extLst>
              <a:ext uri="{FF2B5EF4-FFF2-40B4-BE49-F238E27FC236}">
                <a16:creationId xmlns:a16="http://schemas.microsoft.com/office/drawing/2014/main" id="{9CA0AAB4-A75D-F50A-00F6-3BED69418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6627" name="Google Shape;173;gc60dbb826b_1_19">
            <a:extLst>
              <a:ext uri="{FF2B5EF4-FFF2-40B4-BE49-F238E27FC236}">
                <a16:creationId xmlns:a16="http://schemas.microsoft.com/office/drawing/2014/main" id="{23AAAC6E-B059-2C89-71B1-6A7AB27C1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The Genius of Meetings</a:t>
            </a:r>
          </a:p>
        </p:txBody>
      </p:sp>
      <p:pic>
        <p:nvPicPr>
          <p:cNvPr id="26628" name="Image" descr="Image">
            <a:extLst>
              <a:ext uri="{FF2B5EF4-FFF2-40B4-BE49-F238E27FC236}">
                <a16:creationId xmlns:a16="http://schemas.microsoft.com/office/drawing/2014/main" id="{28FB033D-02C3-E955-D359-9A4254FF8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001963"/>
            <a:ext cx="5346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Group 1">
            <a:extLst>
              <a:ext uri="{FF2B5EF4-FFF2-40B4-BE49-F238E27FC236}">
                <a16:creationId xmlns:a16="http://schemas.microsoft.com/office/drawing/2014/main" id="{6B799595-8331-C66B-17B7-9DC044159335}"/>
              </a:ext>
            </a:extLst>
          </p:cNvPr>
          <p:cNvGrpSpPr>
            <a:grpSpLocks/>
          </p:cNvGrpSpPr>
          <p:nvPr/>
        </p:nvGrpSpPr>
        <p:grpSpPr bwMode="auto">
          <a:xfrm>
            <a:off x="-1524000" y="-1247775"/>
            <a:ext cx="5969000" cy="9372600"/>
            <a:chOff x="0" y="0"/>
            <a:chExt cx="5968930" cy="9373142"/>
          </a:xfrm>
        </p:grpSpPr>
        <p:pic>
          <p:nvPicPr>
            <p:cNvPr id="27654" name="Graphic 3" descr="Graphic 3">
              <a:extLst>
                <a:ext uri="{FF2B5EF4-FFF2-40B4-BE49-F238E27FC236}">
                  <a16:creationId xmlns:a16="http://schemas.microsoft.com/office/drawing/2014/main" id="{B4A6C2A9-68F0-9195-ACBE-DE487886D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7655" name="Graphic 4" descr="Graphic 4">
              <a:extLst>
                <a:ext uri="{FF2B5EF4-FFF2-40B4-BE49-F238E27FC236}">
                  <a16:creationId xmlns:a16="http://schemas.microsoft.com/office/drawing/2014/main" id="{85398A65-3938-9B9A-F010-2647AFC400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7656" name="Graphic 5" descr="Graphic 5">
              <a:extLst>
                <a:ext uri="{FF2B5EF4-FFF2-40B4-BE49-F238E27FC236}">
                  <a16:creationId xmlns:a16="http://schemas.microsoft.com/office/drawing/2014/main" id="{DD4B3F9E-CE93-B5C7-2F38-6EC80B169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7657" name="Graphic 6" descr="Graphic 6">
              <a:extLst>
                <a:ext uri="{FF2B5EF4-FFF2-40B4-BE49-F238E27FC236}">
                  <a16:creationId xmlns:a16="http://schemas.microsoft.com/office/drawing/2014/main" id="{7194F11C-71F8-32AF-0473-8EB29F78E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7658" name="Graphic 7" descr="Graphic 7">
              <a:extLst>
                <a:ext uri="{FF2B5EF4-FFF2-40B4-BE49-F238E27FC236}">
                  <a16:creationId xmlns:a16="http://schemas.microsoft.com/office/drawing/2014/main" id="{931342BE-9649-87F3-DE71-CA7A557FCA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412031D3-D91C-D90B-8480-9812D2AC2C2D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7651" name="TextBox 20">
            <a:extLst>
              <a:ext uri="{FF2B5EF4-FFF2-40B4-BE49-F238E27FC236}">
                <a16:creationId xmlns:a16="http://schemas.microsoft.com/office/drawing/2014/main" id="{C67F3ED3-E072-EF4D-BCCC-1779959BA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Productive Meetings</a:t>
            </a:r>
          </a:p>
        </p:txBody>
      </p:sp>
      <p:sp>
        <p:nvSpPr>
          <p:cNvPr id="27652" name="TextBox 8">
            <a:extLst>
              <a:ext uri="{FF2B5EF4-FFF2-40B4-BE49-F238E27FC236}">
                <a16:creationId xmlns:a16="http://schemas.microsoft.com/office/drawing/2014/main" id="{3518EA73-1FA7-EB79-3825-A93F91350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5" y="2755900"/>
            <a:ext cx="90058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 dirty="0">
                <a:solidFill>
                  <a:srgbClr val="263860"/>
                </a:solidFill>
                <a:latin typeface="Montserrat Light" pitchFamily="2" charset="77"/>
              </a:rPr>
              <a:t>Brainstorm or Offsite</a:t>
            </a:r>
          </a:p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 dirty="0">
                <a:solidFill>
                  <a:srgbClr val="263860"/>
                </a:solidFill>
                <a:latin typeface="Montserrat Light" pitchFamily="2" charset="77"/>
              </a:rPr>
              <a:t>Solutions Oriented or Ad Hoc Strategic</a:t>
            </a:r>
          </a:p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 dirty="0">
                <a:solidFill>
                  <a:srgbClr val="263860"/>
                </a:solidFill>
                <a:latin typeface="Montserrat Light" pitchFamily="2" charset="77"/>
              </a:rPr>
              <a:t>Rally and Tactical or Weekly Staff Meeting</a:t>
            </a:r>
          </a:p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 dirty="0">
                <a:solidFill>
                  <a:srgbClr val="263860"/>
                </a:solidFill>
                <a:latin typeface="Montserrat Light" pitchFamily="2" charset="77"/>
              </a:rPr>
              <a:t>Task Oriented or Daily Standup</a:t>
            </a:r>
          </a:p>
        </p:txBody>
      </p:sp>
      <p:pic>
        <p:nvPicPr>
          <p:cNvPr id="27653" name="Image" descr="Image">
            <a:extLst>
              <a:ext uri="{FF2B5EF4-FFF2-40B4-BE49-F238E27FC236}">
                <a16:creationId xmlns:a16="http://schemas.microsoft.com/office/drawing/2014/main" id="{1BD844F8-BFBD-1CCB-C4FF-78DD5347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1">
            <a:extLst>
              <a:ext uri="{FF2B5EF4-FFF2-40B4-BE49-F238E27FC236}">
                <a16:creationId xmlns:a16="http://schemas.microsoft.com/office/drawing/2014/main" id="{F5634453-6B92-12E2-8052-F46108379809}"/>
              </a:ext>
            </a:extLst>
          </p:cNvPr>
          <p:cNvGrpSpPr>
            <a:grpSpLocks/>
          </p:cNvGrpSpPr>
          <p:nvPr/>
        </p:nvGrpSpPr>
        <p:grpSpPr bwMode="auto">
          <a:xfrm>
            <a:off x="-1524000" y="-1247775"/>
            <a:ext cx="5969000" cy="9372600"/>
            <a:chOff x="0" y="0"/>
            <a:chExt cx="5968930" cy="9373142"/>
          </a:xfrm>
        </p:grpSpPr>
        <p:pic>
          <p:nvPicPr>
            <p:cNvPr id="28678" name="Graphic 3" descr="Graphic 3">
              <a:extLst>
                <a:ext uri="{FF2B5EF4-FFF2-40B4-BE49-F238E27FC236}">
                  <a16:creationId xmlns:a16="http://schemas.microsoft.com/office/drawing/2014/main" id="{CEA5D27C-7F36-0951-7BC3-D18DEB1A1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8679" name="Graphic 4" descr="Graphic 4">
              <a:extLst>
                <a:ext uri="{FF2B5EF4-FFF2-40B4-BE49-F238E27FC236}">
                  <a16:creationId xmlns:a16="http://schemas.microsoft.com/office/drawing/2014/main" id="{3E36D487-F36E-B8F0-26FF-FBE4486E61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8680" name="Graphic 5" descr="Graphic 5">
              <a:extLst>
                <a:ext uri="{FF2B5EF4-FFF2-40B4-BE49-F238E27FC236}">
                  <a16:creationId xmlns:a16="http://schemas.microsoft.com/office/drawing/2014/main" id="{A96EE967-3479-D0C6-CDAF-7873E18D4A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8681" name="Graphic 6" descr="Graphic 6">
              <a:extLst>
                <a:ext uri="{FF2B5EF4-FFF2-40B4-BE49-F238E27FC236}">
                  <a16:creationId xmlns:a16="http://schemas.microsoft.com/office/drawing/2014/main" id="{03924320-3A30-28A3-28F5-33EA29D2C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8682" name="Graphic 7" descr="Graphic 7">
              <a:extLst>
                <a:ext uri="{FF2B5EF4-FFF2-40B4-BE49-F238E27FC236}">
                  <a16:creationId xmlns:a16="http://schemas.microsoft.com/office/drawing/2014/main" id="{014CE3E6-0A5D-471C-5DF0-31CA1F3DC3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D79E3C8D-B0DC-6829-B7B3-D6A3550CC8B9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8675" name="TextBox 20">
            <a:extLst>
              <a:ext uri="{FF2B5EF4-FFF2-40B4-BE49-F238E27FC236}">
                <a16:creationId xmlns:a16="http://schemas.microsoft.com/office/drawing/2014/main" id="{BCE0AB42-C279-0115-0D23-B8ED09A1B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Team Commitments</a:t>
            </a:r>
          </a:p>
        </p:txBody>
      </p:sp>
      <p:sp>
        <p:nvSpPr>
          <p:cNvPr id="28676" name="TextBox 8">
            <a:extLst>
              <a:ext uri="{FF2B5EF4-FFF2-40B4-BE49-F238E27FC236}">
                <a16:creationId xmlns:a16="http://schemas.microsoft.com/office/drawing/2014/main" id="{914B0524-DEA0-DF95-AE04-057514D52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2709863"/>
            <a:ext cx="90043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</a:rPr>
              <a:t>Based on what you’ve learned, what’s one thing the team can do differently to have more productive meetings?</a:t>
            </a:r>
          </a:p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3"/>
              </a:buBlip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</a:rPr>
              <a:t>Based on your individual Geniuses and Frustrations, what’s one thing you can each do to help the team have more productive meetings?</a:t>
            </a:r>
          </a:p>
        </p:txBody>
      </p:sp>
      <p:pic>
        <p:nvPicPr>
          <p:cNvPr id="28677" name="Image" descr="Image">
            <a:extLst>
              <a:ext uri="{FF2B5EF4-FFF2-40B4-BE49-F238E27FC236}">
                <a16:creationId xmlns:a16="http://schemas.microsoft.com/office/drawing/2014/main" id="{75D4FAC0-2E34-8632-466E-E555AFB33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">
            <a:extLst>
              <a:ext uri="{FF2B5EF4-FFF2-40B4-BE49-F238E27FC236}">
                <a16:creationId xmlns:a16="http://schemas.microsoft.com/office/drawing/2014/main" id="{060A036F-3AC5-7448-1E35-73A7D335B4BC}"/>
              </a:ext>
            </a:extLst>
          </p:cNvPr>
          <p:cNvGrpSpPr>
            <a:grpSpLocks/>
          </p:cNvGrpSpPr>
          <p:nvPr/>
        </p:nvGrpSpPr>
        <p:grpSpPr bwMode="auto">
          <a:xfrm>
            <a:off x="-1524000" y="-1247775"/>
            <a:ext cx="5969000" cy="9372600"/>
            <a:chOff x="0" y="0"/>
            <a:chExt cx="5968930" cy="9373142"/>
          </a:xfrm>
        </p:grpSpPr>
        <p:pic>
          <p:nvPicPr>
            <p:cNvPr id="29702" name="Graphic 2" descr="Graphic 2">
              <a:extLst>
                <a:ext uri="{FF2B5EF4-FFF2-40B4-BE49-F238E27FC236}">
                  <a16:creationId xmlns:a16="http://schemas.microsoft.com/office/drawing/2014/main" id="{9283C158-E48B-1CC9-995C-536107081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78" y="0"/>
              <a:ext cx="2259809" cy="225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9703" name="Graphic 3" descr="Graphic 3">
              <a:extLst>
                <a:ext uri="{FF2B5EF4-FFF2-40B4-BE49-F238E27FC236}">
                  <a16:creationId xmlns:a16="http://schemas.microsoft.com/office/drawing/2014/main" id="{10CCAF31-53D0-EE50-5502-AF77D2B93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96" y="5772000"/>
              <a:ext cx="3576641" cy="356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9704" name="Graphic 4" descr="Graphic 4">
              <a:extLst>
                <a:ext uri="{FF2B5EF4-FFF2-40B4-BE49-F238E27FC236}">
                  <a16:creationId xmlns:a16="http://schemas.microsoft.com/office/drawing/2014/main" id="{CB8196F4-F7F5-CBC0-2E16-BACBFF1D1A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4185" y="2211583"/>
              <a:ext cx="1241165" cy="1236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9705" name="Graphic 5" descr="Graphic 5">
              <a:extLst>
                <a:ext uri="{FF2B5EF4-FFF2-40B4-BE49-F238E27FC236}">
                  <a16:creationId xmlns:a16="http://schemas.microsoft.com/office/drawing/2014/main" id="{1416BC0F-D073-E4A6-ECA3-C6D5E03477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3327" y="7325355"/>
              <a:ext cx="2055604" cy="2047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pic>
          <p:nvPicPr>
            <p:cNvPr id="29706" name="Graphic 6" descr="Graphic 6">
              <a:extLst>
                <a:ext uri="{FF2B5EF4-FFF2-40B4-BE49-F238E27FC236}">
                  <a16:creationId xmlns:a16="http://schemas.microsoft.com/office/drawing/2014/main" id="{37455794-158B-8FC5-CE60-871881658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02647"/>
              <a:ext cx="2505077" cy="2495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8F2999E5-72C5-5B42-6844-FEAD4B6DBD8E}"/>
              </a:ext>
            </a:extLst>
          </p:cNvPr>
          <p:cNvSpPr/>
          <p:nvPr/>
        </p:nvSpPr>
        <p:spPr>
          <a:xfrm>
            <a:off x="0" y="0"/>
            <a:ext cx="12192000" cy="1495425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9699" name="TextBox 20">
            <a:extLst>
              <a:ext uri="{FF2B5EF4-FFF2-40B4-BE49-F238E27FC236}">
                <a16:creationId xmlns:a16="http://schemas.microsoft.com/office/drawing/2014/main" id="{92E4C84E-1312-9920-5ED9-D195267A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838"/>
            <a:ext cx="121920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71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Takeaways</a:t>
            </a:r>
          </a:p>
        </p:txBody>
      </p:sp>
      <p:pic>
        <p:nvPicPr>
          <p:cNvPr id="29700" name="Image" descr="Image">
            <a:extLst>
              <a:ext uri="{FF2B5EF4-FFF2-40B4-BE49-F238E27FC236}">
                <a16:creationId xmlns:a16="http://schemas.microsoft.com/office/drawing/2014/main" id="{E33DEB99-1666-C6CE-0323-666D9D37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-166688"/>
            <a:ext cx="5522913" cy="200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9701" name="TextBox 16">
            <a:extLst>
              <a:ext uri="{FF2B5EF4-FFF2-40B4-BE49-F238E27FC236}">
                <a16:creationId xmlns:a16="http://schemas.microsoft.com/office/drawing/2014/main" id="{B6C7C33E-72F4-F166-79FE-D79DDA535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25" y="3333750"/>
            <a:ext cx="9005888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2400"/>
              </a:spcAft>
              <a:buSzPct val="100000"/>
              <a:buFontTx/>
              <a:buBlip>
                <a:blip r:embed="rId4"/>
              </a:buBlip>
            </a:pPr>
            <a:r>
              <a:rPr lang="en-US" altLang="en-US" sz="2100">
                <a:solidFill>
                  <a:srgbClr val="263860"/>
                </a:solidFill>
                <a:latin typeface="Montserrat Light" pitchFamily="2" charset="77"/>
              </a:rPr>
              <a:t>What are your top three takeaways from today?</a:t>
            </a:r>
          </a:p>
        </p:txBody>
      </p:sp>
    </p:spTree>
  </p:cSld>
  <p:clrMapOvr>
    <a:masterClrMapping/>
  </p:clrMapOvr>
  <p:transition spd="slow"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FC01F8-B2C0-27B9-4879-5FF26C207D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0722" name="Image" descr="Image">
            <a:extLst>
              <a:ext uri="{FF2B5EF4-FFF2-40B4-BE49-F238E27FC236}">
                <a16:creationId xmlns:a16="http://schemas.microsoft.com/office/drawing/2014/main" id="{8D1DDD5F-0DFD-4463-300F-B9A102931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0723" name="Google Shape;173;gc60dbb826b_1_19">
            <a:extLst>
              <a:ext uri="{FF2B5EF4-FFF2-40B4-BE49-F238E27FC236}">
                <a16:creationId xmlns:a16="http://schemas.microsoft.com/office/drawing/2014/main" id="{140EC311-B904-E0B0-2EFD-5AEB671AB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Closing Thoughts</a:t>
            </a:r>
          </a:p>
        </p:txBody>
      </p:sp>
      <p:pic>
        <p:nvPicPr>
          <p:cNvPr id="30724" name="Image" descr="Image">
            <a:extLst>
              <a:ext uri="{FF2B5EF4-FFF2-40B4-BE49-F238E27FC236}">
                <a16:creationId xmlns:a16="http://schemas.microsoft.com/office/drawing/2014/main" id="{4A047397-A666-3DF0-B471-F9C349583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001963"/>
            <a:ext cx="534670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30315D-CEE6-3611-94EE-DBFC67EC65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8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14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1746" name="Image" descr="Image">
            <a:extLst>
              <a:ext uri="{FF2B5EF4-FFF2-40B4-BE49-F238E27FC236}">
                <a16:creationId xmlns:a16="http://schemas.microsoft.com/office/drawing/2014/main" id="{D926BB84-F3A5-D0F2-4DC2-993246C74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-349250"/>
            <a:ext cx="9147175" cy="62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747" name="Google Shape;173;gc60dbb826b_1_19">
            <a:extLst>
              <a:ext uri="{FF2B5EF4-FFF2-40B4-BE49-F238E27FC236}">
                <a16:creationId xmlns:a16="http://schemas.microsoft.com/office/drawing/2014/main" id="{D538E333-B0FD-B0C1-6C92-A58F37197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78050"/>
            <a:ext cx="12192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en-US" sz="40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rPr>
              <a:t>Thank You!</a:t>
            </a: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7086</TotalTime>
  <Words>238</Words>
  <Application>Microsoft Office PowerPoint</Application>
  <PresentationFormat>Widescreen</PresentationFormat>
  <Paragraphs>49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Montserrat Bold</vt:lpstr>
      <vt:lpstr>Montserrat Light</vt:lpstr>
      <vt:lpstr>Montserrat Regular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Bittle</dc:creator>
  <cp:lastModifiedBy>JT Metcalf</cp:lastModifiedBy>
  <cp:revision>225</cp:revision>
  <dcterms:created xsi:type="dcterms:W3CDTF">2021-05-13T16:48:30Z</dcterms:created>
  <dcterms:modified xsi:type="dcterms:W3CDTF">2025-04-30T19:39:47Z</dcterms:modified>
</cp:coreProperties>
</file>