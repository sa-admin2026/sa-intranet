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3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DCA" id="{3A288850-C9C2-4E05-B543-E47710FC524F}">
          <p14:sldIdLst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9EE1A"/>
    <a:srgbClr val="718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0" autoAdjust="0"/>
    <p:restoredTop sz="93624" autoAdjust="0"/>
  </p:normalViewPr>
  <p:slideViewPr>
    <p:cSldViewPr snapToGrid="0">
      <p:cViewPr varScale="1">
        <p:scale>
          <a:sx n="84" d="100"/>
          <a:sy n="84" d="100"/>
        </p:scale>
        <p:origin x="6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A7429-8359-4792-94C8-8D4254B32F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FC2E4-3876-4904-8BC4-F6CA48FE0F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43711-45F9-4785-BA9B-1F4502D64377}" type="datetimeFigureOut">
              <a:rPr lang="en-US" smtClean="0"/>
              <a:t>2019-02-05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D5D904-21F6-459E-AE7B-488C1912D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45373C-D8DA-4BEA-94AD-CB5322A3D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8D56C-6E24-44DA-9FDF-DA6D4A8654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AF855-8998-45A7-A72D-893C2AA34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3055D-25E7-4705-A29F-7A8B75B82F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3055D-25E7-4705-A29F-7A8B75B82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1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DE49-0DD2-446E-B2A0-CDBD9A616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95072-F829-4D02-BCA3-A4E9B1230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E6B09-9B6D-4930-B82F-6D030015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0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5785-B346-4561-84B0-180BE483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017CA-5D4D-4391-A049-421FA485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F9912-89E6-425D-A4CB-157E5AB0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7649-4297-49CD-AF7C-6B1F1848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C61C9-5D94-4B0B-8AA0-853EEBE5B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09AA-75AB-4016-8097-A9C34028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CBFC-93CC-44CB-9A55-38346950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BA20-CD76-46B1-8772-3BE2A0929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  <a:lvl2pPr>
              <a:lnSpc>
                <a:spcPct val="80000"/>
              </a:lnSpc>
              <a:defRPr/>
            </a:lvl2pPr>
            <a:lvl3pPr>
              <a:lnSpc>
                <a:spcPct val="80000"/>
              </a:lnSpc>
              <a:defRPr/>
            </a:lvl3pPr>
            <a:lvl4pPr>
              <a:lnSpc>
                <a:spcPct val="80000"/>
              </a:lnSpc>
              <a:defRPr/>
            </a:lvl4pPr>
            <a:lvl5pPr>
              <a:lnSpc>
                <a:spcPct val="8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FBC50-4E2A-4EE8-9722-0A610A583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  <a:lvl2pPr>
              <a:lnSpc>
                <a:spcPct val="80000"/>
              </a:lnSpc>
              <a:defRPr/>
            </a:lvl2pPr>
            <a:lvl3pPr>
              <a:lnSpc>
                <a:spcPct val="80000"/>
              </a:lnSpc>
              <a:defRPr/>
            </a:lvl3pPr>
            <a:lvl4pPr>
              <a:lnSpc>
                <a:spcPct val="80000"/>
              </a:lnSpc>
              <a:defRPr/>
            </a:lvl4pPr>
            <a:lvl5pPr>
              <a:lnSpc>
                <a:spcPct val="8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4EACF-2BF6-4780-AB69-AB4B910E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0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CBFC-93CC-44CB-9A55-38346950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BA20-CD76-46B1-8772-3BE2A0929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  <a:lvl2pPr>
              <a:lnSpc>
                <a:spcPct val="80000"/>
              </a:lnSpc>
              <a:defRPr/>
            </a:lvl2pPr>
            <a:lvl3pPr>
              <a:lnSpc>
                <a:spcPct val="80000"/>
              </a:lnSpc>
              <a:defRPr/>
            </a:lvl3pPr>
            <a:lvl4pPr>
              <a:lnSpc>
                <a:spcPct val="80000"/>
              </a:lnSpc>
              <a:defRPr/>
            </a:lvl4pPr>
            <a:lvl5pPr>
              <a:lnSpc>
                <a:spcPct val="8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4EACF-2BF6-4780-AB69-AB4B910E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80B4-D901-49A3-83D1-2937F7FA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AD378-D86C-4500-A138-5B1B269B2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2653B-E09B-44F9-8DD4-23C4E7EA7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97BE1-7552-45D2-A6B2-B30484590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AED63-B25D-41F9-BCBF-64013D519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AB0BC-6790-4039-831B-58740AC5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8545-2A53-4D4C-B308-AABA17B3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72804-257E-4846-BF83-299B8FD5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4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F44F3-BE33-4140-8559-CED5B8AB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1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2814-1AAB-4CC8-AD76-AB9AADB2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F12-A4AD-490C-B4E8-625D2CBEC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776F3-A786-4BA4-B1CC-0F885A5DE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C6E60-8584-4F00-9B4F-6884A26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0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190E-42F7-46CB-A4A2-6E748980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23439-C8B8-4D4D-AE95-EDDE43F49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600AF-B649-4F45-BFF0-18943DE8E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145A-8175-4768-970B-F8AD9DC2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8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6EAD-7F30-4789-8D91-EDC3A4F7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2E9AB-E14E-48F2-89E5-1B2FFC76E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8519-F08A-4A0F-A851-095E55D1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24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A5326-DFF7-4335-A296-A14E4E8A3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F3A8A-AC54-4B4F-8E96-EAED74F5C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6B58-8049-4A8D-B924-B926F18C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062" y="6359548"/>
            <a:ext cx="1104433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F87DBBD-90CF-4A95-85F6-A2F2044B5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5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0DF03A-9A24-4E57-95C7-5295602C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655B6-32A5-4A33-BE3B-70D5FFC4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2938EC-29DC-487E-A9F3-C1C7E70CF4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966063" y="136525"/>
            <a:ext cx="1072035" cy="5695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CA3994-3A18-4DB4-B45E-77398A301970}"/>
              </a:ext>
            </a:extLst>
          </p:cNvPr>
          <p:cNvSpPr txBox="1"/>
          <p:nvPr userDrawn="1"/>
        </p:nvSpPr>
        <p:spPr>
          <a:xfrm>
            <a:off x="5209892" y="6403610"/>
            <a:ext cx="1772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Data-Centric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4313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0D84-14AB-4CA3-B558-050613C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Data-Centric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23775-6928-4B0D-A460-96A72353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DBBD-90CF-4A95-85F6-A2F2044B5C3D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52F0D-1E65-44A2-92E3-EFCC3805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39" y="1260176"/>
            <a:ext cx="8842258" cy="509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4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11315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The Data-Centric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Carey</dc:creator>
  <cp:lastModifiedBy>Dan Carey</cp:lastModifiedBy>
  <cp:revision>290</cp:revision>
  <dcterms:created xsi:type="dcterms:W3CDTF">2018-08-15T14:23:39Z</dcterms:created>
  <dcterms:modified xsi:type="dcterms:W3CDTF">2019-02-06T00:20:33Z</dcterms:modified>
</cp:coreProperties>
</file>